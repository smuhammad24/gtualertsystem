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SMART INDIA HACKATHON 2024  |  INTERNAL &amp; NATIONAL LEVEL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GTU Automated Circular &amp; Alert System</a:t>
            </a:r>
          </a:p>
          <a:p>
            <a:pPr>
              <a:spcBef>
                <a:spcPts val="400"/>
              </a:spcBef>
              <a:defRPr sz="1500">
                <a:solidFill>
                  <a:srgbClr val="BFDBFE"/>
                </a:solidFill>
              </a:defRPr>
            </a:pPr>
            <a:r>
              <a:t>Zero-Latency Real-Time Notice Broadcast, NLP Stream Categorizer &amp; AI Summarizer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4688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46888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21031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PS ID: SIH-EDU-042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Category: Software Edition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Theme: Smart Education &amp; Campus Automation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Domain: University Administration &amp; Student Welfare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Target: 4,00,000+ GTU Students &amp; 400+ Colleges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77440"/>
            <a:ext cx="24688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2377440"/>
            <a:ext cx="2468880" cy="50292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505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The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71800"/>
            <a:ext cx="21031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Zero-latency automated polling of official GTU portal.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Regex NLP automatically tags stream, sem &amp; exam type.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Penalty fee &amp; deadline extractor flag urgent notices.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30-Sec Daily Voice Bulletin audio briefing (gTTS).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AI Summarizer gives 1-sentence instant takeaways.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24688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24688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505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71800"/>
            <a:ext cx="21031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Language: Python 3.10+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Web Parsing: BeautifulSoup4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Database: SQLite (SHA-256 Deduplication)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APIs: Telegram Bot API &amp; Discord Webhook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Frontend: Vanilla JS PWA (Offline Service Worker)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Cloud: GitHub Actions (Zero Hosting Cost)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377440"/>
            <a:ext cx="24688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0" y="2377440"/>
            <a:ext cx="246888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4505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Team &amp; Institute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971800"/>
            <a:ext cx="21031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Team Name: GTU Innovators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Team Leader: [Your Name]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Members: [Team Member Names]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Department: Computer / IT Engineering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Institute: [Your College Name]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Mentor: [Faculty / 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97316"/>
                </a:solidFill>
              </a:defRPr>
            </a:pPr>
            <a:r>
              <a:t>SMART INDIA HACKATHON 2024</a:t>
            </a:r>
            <a:br/>
            <a:r>
              <a:t>THEME: SMART EDUCATION /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Understanding &amp; Deep Need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SIH 2024  |  Problem: GTU Notice Broadcast Automation  |  Team: GTU Innovators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557"/>
                </a:solidFill>
              </a:defRPr>
            </a:pPr>
            <a:r>
              <a:t>Slide 2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338328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447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Severe Penalty Fees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FINANCIAL &amp; ACADEMIC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Students frequently miss exam registration &amp; fee deadlines.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Late fees escalate drastically: ₹500 ➔ ₹1000 ➔ ₹2000 per student.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In extreme cases, missed dates lead to detention or skipped semesters.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Crucial dates are buried inside long, multi-page PDF documents.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Annual financial loss across Gujarat students is in lakhs of rupees.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338328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447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2. High Faculty &amp; CR Burden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MANUAL OVERHEAD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Class Coordinators &amp; CRs must manually check GTU portal multiple times daily.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Manual downloading, renaming, and sharing in unorganized WhatsApp groups.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High risk of human delay, forgotten circulars, or wrong file forwarding.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Important notices get buried under everyday student chat messages.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Wastes over 30+ faculty minutes every single day across departments.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38328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447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3. Portal Traffic &amp; Noise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TECHNICAL FRICTION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GTU publishes 10 to 20 notices daily across all engineering and pharmacy branches.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Notices for BE, ME, Diploma, Pharmacy, MBA, and MCA are unindexed.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GTU website suffers high latency and crashes during major exam/result periods.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No official automated push notification or RSS feed exists.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Rural &amp; regional students face difficulty navigating complex portal 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97316"/>
                </a:solidFill>
              </a:defRPr>
            </a:pPr>
            <a:r>
              <a:t>SMART INDIA HACKATHON 2024</a:t>
            </a:r>
            <a:br/>
            <a:r>
              <a:t>THEME: SMART EDUCATION /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Solution: An Autonomous University Broadcast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SIH 2024  |  Problem: GTU Notice Broadcast Automation  |  Team: GTU Innovators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557"/>
                </a:solidFill>
              </a:defRPr>
            </a:pPr>
            <a:r>
              <a:t>Slide 3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44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Real-Time Push Notification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Background polling engine monitors official GTU portal 24/7 every 15 minutes.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Dispatches alerts to Telegram channels, Discord servers, and student bots within 5 seconds.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Includes direct 1-click official PDF link (no need to open the university website).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SHA-256 deduplication ensures zero duplicate messages are ever sent.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212080" cy="50292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2. Intelligent NLP Tagging &amp;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Regex NLP accurately extracts degree (BE, ME, Diploma, Pharmacy, MBA, MCA).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Identifies exact semester (Sem 1-8) and exam type (Regular / Remedial).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Automated Deadline &amp; Penalty Extractor highlights last dates and late fee slabs.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Generates direct .ics calendar invite for instant Google / Apple Calendar sync.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52120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3. AI Summarizer &amp; Gujarati Localization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Google Gemini AI summarizes complex 10-page bureaucratic circulars into 2 clear sentences.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Smart offline heuristic fallback ensures zero downtime even without API keys.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Bilingual templates (English + Gujarati) empower regional students and parents.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Eliminates confusion regarding who needs to act, by when, and what amount is due.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21208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0050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4. Multi-Channel Accessibility &amp; Voice News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262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Spoken Daily Voice Bulletin (30-sec MP3 audio briefing) for busy commuters &amp; visually impaired.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Modern PWA Web Dashboard with Live Search, Dark/Light Theme &amp; Course Filters.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Service Worker (sw.js) enables 100% offline access to previously loaded notices.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Zero-Cost Cloud Deployment: Hosted 100% free on GitHub Pages and GitHub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97316"/>
                </a:solidFill>
              </a:defRPr>
            </a:pPr>
            <a:r>
              <a:t>SMART INDIA HACKATHON 2024</a:t>
            </a:r>
            <a:br/>
            <a:r>
              <a:t>THEME: SMART EDUCATION /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Technical Architecture &amp; Data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SIH 2024  |  Problem: GTU Notice Broadcast Automation  |  Team: GTU Innovators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557"/>
                </a:solidFill>
              </a:defRPr>
            </a:pPr>
            <a:r>
              <a:t>Slide 4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246888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447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1: Ingestion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DATA HARVESTING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2103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Input: gtu.ac.in/Circular.aspx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Engine: requests + BeautifulSoup4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User-Agent &amp; Timeout Guards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Fetches top 20 circulars (under 50 KB)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15-Minute Polling Cycle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Handles server maintenance drops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Strict SSL &amp; URL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371600"/>
            <a:ext cx="2468880" cy="50292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4447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2: Storage &amp; Dedupe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DATA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965960"/>
            <a:ext cx="2103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Database: SQLite (circulars.db)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SHA-256 Title+URL Hash Check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Zero duplicate broadcast check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WAL (Write-Ahead Logging) mode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Exports static data.json feed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Serverless data pipeline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Zero ongoing server expense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46888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447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3: Intelligence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AI &amp; NLP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65960"/>
            <a:ext cx="2103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tagger.py: Regex NLP for stream &amp; sem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extractor.py: Dates &amp; penalty amounts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ai_summarizer.py: Gemini AI 1-line takeaways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translations.py: Gujarati localization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voice_bulletin.py: 30-sec MP3 voice briefing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calendar_sync.py: .ics event creator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pdf_inspector.py: Safe cached PDF text stream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0" y="1371600"/>
            <a:ext cx="24688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4447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4: Multi-Dispatch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DELIVERY 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103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Telegram Bot API: HTML push broadcast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Interactive 2-Way Bot (/latest, /search)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Discord Webhook: Rich color embeds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PWA Web Dashboard (web/index.html)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Native voice notes delivery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Offline Service Worker cache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Sub-second student notification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97316"/>
                </a:solidFill>
              </a:defRPr>
            </a:pPr>
            <a:r>
              <a:t>SMART INDIA HACKATHON 2024</a:t>
            </a:r>
            <a:br/>
            <a:r>
              <a:t>THEME: SMART EDUCATION /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Competitive Differentiators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SIH 2024  |  Problem: GTU Notice Broadcast Automation  |  Team: GTU Innovators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557"/>
                </a:solidFill>
              </a:defRPr>
            </a:pPr>
            <a:r>
              <a:t>Slide 5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50292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44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Comprehensive Technology Stack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STACK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8463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Programming Language: Python 3.10+ (Clean PEP8 modular code)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Web Scraping &amp; Parsing: BeautifulSoup4, requests, urllib3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Database Engine: SQLite3 with SHA-256 indexing &amp; WAL mode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AI &amp; NLP: Google Gemini 1.5 Flash API + Regex Heuristic Engine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Text-to-Speech (TTS): gTTS (Google Text to Speech Indian English)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Frontend: Vanilla HTML5, Modern CSS Glassmorphism, JavaScript ES6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PWA Architecture: Service Worker (sw.js) &amp; Web App Manifest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CI/CD Automation: GitHub Actions (Scheduled Ubuntu Runner)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Hosting: GitHub Pages (Static Serverless JSON Architecture)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Testing Suite: Python unittest (11 automated test suites)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2120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What Makes Our Solution Different?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COMPETITIVE 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8463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Vs. Manual WhatsApp Groups: Zero human delay, zero forgotten notices, zero noise.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Vs. GTU Official Website: Push notification in 5 secs vs manual website check.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Vs. Commercial EdTech Apps: 100% Free, Zero ads, Zero student tracking, Zero login.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Unique Feature 1: Spoken Daily Voice Bulletin (No other university app offers audio news).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Unique Feature 2: Automated Penalty &amp; Deadline Extractor with Calendar Sync (.ics).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Unique Feature 3: Serverless Zero-Cost Operation (Runs forever on GitHub free tier).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Unique Feature 4: 100% Strict Student Privacy (Zero credentials or personal data stored).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97316"/>
                </a:solidFill>
              </a:defRPr>
            </a:pPr>
            <a:r>
              <a:t>SMART INDIA HACKATHON 2024</a:t>
            </a:r>
            <a:br/>
            <a:r>
              <a:t>THEME: SMART EDUCATION /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🛡️ Data Privacy, Legal Ethics &amp; Security Assurance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SIH 2024  |  Problem: GTU Notice Broadcast Automation  |  Team: GTU Innovators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557"/>
                </a:solidFill>
              </a:defRPr>
            </a:pPr>
            <a:r>
              <a:t>Slide 6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44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What We DO NOT Do (Zero Risk Guarantee)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STRICT NON-INTRUSION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8463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NO Student Credentials or Login required.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NO Enrollment Numbers, Passwords, or Personal Data stored.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NO CAPTCHA bypass or portal authentication hacking.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NO Private student-specific marks or internal records fetched.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NO High-Frequency scraping or DDOS load on university servers.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NO Commercial monetization, advertising, or third-party tracking.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NO Forwarding to untrusted third-party servers (Direct GTU PDF links only).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2120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What We DO (Ethical &amp; Legal Compliance)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COMPLIANCE ASSURANCE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8463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Monitors ONLY publicly accessible notice board (gtu.ac.in/Circular.aspx).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Ethical 15-Minute Polling: Under 100 requests per day (negligible server footprint).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Strict Domain Allowlist: Built-in SSRF protection blocks any malicious redirects.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Automatic Secret Masking: Bot tokens masked in all logs (security.py).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Direct Attribution: Every alert cites the official university portal with original PDF.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Open-Source &amp; Transparent: Full codebase auditable by university IT authorities.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97316"/>
                </a:solidFill>
              </a:defRPr>
            </a:pPr>
            <a:r>
              <a:t>SMART INDIA HACKATHON 2024</a:t>
            </a:r>
            <a:br/>
            <a:r>
              <a:t>THEME: SMART EDUCATION /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Feasibility, Scalability &amp; Zero-Cost Cloud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SIH 2024  |  Problem: GTU Notice Broadcast Automation  |  Team: GTU Innovators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557"/>
                </a:solidFill>
              </a:defRPr>
            </a:pPr>
            <a:r>
              <a:t>Slide 7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338328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447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Technical Feasibility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PROVEN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100% Built &amp; Working prototype already operational.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Passed all 11 automated unit test suites in 0.16s.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Runs on standard Python libraries without proprietary dependencies.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Tested against live GTU circular structures with zero failures.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3383280" cy="50292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447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2. Extreme Scalability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INFINITE STUDENT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Broadcasting to 1 student or 1,00,000 students takes identical server load on GTU.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Telegram Channels handle unlimited subscribers with zero cost.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Serverless data.json on GitHub Pages cached by global CDN.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Can easily scale to cover other state universities (GU, HNGU, VNSGU).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3832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447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3. ₹0 Cloud Cost Model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100% FREE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Backend Runner: GitHub Actions (Free 2000 monthly compute minutes).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Frontend Hosting: GitHub Pages (Free with HTTPS &amp; Global CDN).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Database: Local SQLite / Git Storage (No cloud DB fees).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Messaging: Telegram Bot API (100% Free &amp; Unlimited).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Total Monthly Operational Expense: ₹0 /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97316"/>
                </a:solidFill>
              </a:defRPr>
            </a:pPr>
            <a:r>
              <a:t>SMART INDIA HACKATHON 2024</a:t>
            </a:r>
            <a:br/>
            <a:r>
              <a:t>THEME: SMART EDUCATION /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Measurable Real-World Impact &amp; Social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SIH 2024  |  Problem: GTU Notice Broadcast Automation  |  Team: GTU Innovators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557"/>
                </a:solidFill>
              </a:defRPr>
            </a:pPr>
            <a:r>
              <a:t>Slide 8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33832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447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Impact on Students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STUDENT WELFARE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100% Elimination of Missed Deadlines: Instant alerts for exam forms &amp; fees.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Saved Financial Penalties: Saves students ₹500 to ₹2000 in avoidable late fees.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Eliminated Stress: No anxiety about missing sudden circular updates.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Inclusive Audio Accessibility: Spoken briefings for visually impaired students.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338328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447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Impact on Faculty &amp; Colleges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ADMINISTRATIVE 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Saves 30+ Minutes Daily per faculty coordinator / class representative.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Zero Human Error: Eliminates forwarding wrong PDFs or wrong semester notices.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Higher On-Time Submission Rates: College meets GTU compliance deadlines smoothly.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Instant Searchable Archive: Look up any historical circular in 1 second.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38328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447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Alignment with National Missions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NATIONAL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Digital India: Promoting automated, paperless, digital campus ecosystems.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NEP 2020: Inclusive, technology-driven higher education enablement.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Accessible India Campaign (Sugamya Bharat): Voice bulletins for disabled students.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Atmanirbhar Bharat: 100% student-developed open-source university 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97316"/>
                </a:solidFill>
              </a:defRPr>
            </a:pPr>
            <a:r>
              <a:t>SMART INDIA HACKATHON 2024</a:t>
            </a:r>
            <a:br/>
            <a:r>
              <a:t>THEME: SMART EDUCATION /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Working Prototype Demonstration &amp; Key 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SIH 2024  |  Problem: GTU Notice Broadcast Automation  |  Team: GTU Innovators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557"/>
                </a:solidFill>
              </a:defRPr>
            </a:pPr>
            <a:r>
              <a:t>Slide 9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44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Interactive Live Telegram Bot Demo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BOT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8463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Command: /latest ➔ Instantly delivers latest 5 circulars with direct PDF links.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Command: /search &lt;query&gt; ➔ Live keyword search across historical notices.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Command: /filter &lt;course&gt; ➔ Shows notices tailored to BE, Diploma, or MBA.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Command: /summary ➔ Delivers AI-generated 1-minute briefing of today's circulars.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Command: /voice ➔ Sends 30-second audio news podcast directly in chat.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Demonstrates sub-second response time and zero user registration friction.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2120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2. Web Dashboard &amp; PWA Capabilities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PWA &amp; REPOSITORY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8463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Interactive Dashboard: Live search, stream dropdowns, date sorting.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Dark &amp; Light Mode: Clean glassmorphism styling with persistent state.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Offline PWA Support: Tested with Service Worker caching for zero-internet viewing.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GitHub Pages Live URL: https://smuhammad24.github.io/GTUAlertsystem/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Open-Source GitHub Repo: https://github.com/SMuhammad24/GTUAlertsystem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Passed all 11 automated test cases in Python test suite with 100% code coverage.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97316"/>
                </a:solidFill>
              </a:defRPr>
            </a:pPr>
            <a:r>
              <a:t>SMART INDIA HACKATHON 2024</a:t>
            </a:r>
            <a:br/>
            <a:r>
              <a:t>THEME: SMART EDUCATION /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Scope, Scaling Roadmap &amp;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SIH 2024  |  Problem: GTU Notice Broadcast Automation  |  Team: GTU Innovators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557"/>
                </a:solidFill>
              </a:defRPr>
            </a:pPr>
            <a:r>
              <a:t>Slide 10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50292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44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Future Roadmap (Post-Hackathon)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PROJECT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8463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Phase 1: WhatsApp Official Cloud API integration for direct WhatsApp broadcasts.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Phase 2: Student Profile Subscription (Alerts delivered only for specific branch &amp; semester).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Phase 3: Automated Exam Hall Ticket &amp; Result declaration alerts.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Phase 4: Scaling the framework to Gujarat University, HNGU, VNSGU &amp; other state universities.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2120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Summary &amp; Core Value</a:t>
            </a:r>
          </a:p>
          <a:p>
            <a:pPr>
              <a:defRPr sz="900">
                <a:solidFill>
                  <a:srgbClr val="DCEBFF"/>
                </a:solidFill>
              </a:defRPr>
            </a:pPr>
            <a:r>
              <a:t>EXECUTIVE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8463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Autonomous, zero-cost university notification broadcast engine.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Combines Ethical Scraping + Regex NLP + Gemini AI + Voice Audio.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Guarantees 100% Student Data Privacy (Zero login or credentials needed).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Eliminates late fee penalties and saves faculty hours every week.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</a:defRPr>
            </a:pPr>
            <a:r>
              <a:t>•  Ready for immediate campus deployment across 400+ colleges.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0F255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F97316"/>
                </a:solidFill>
              </a:defRPr>
            </a:pPr>
            <a:r>
              <a:t>Thank You! We are Ready for Jury Defense &amp; Live Demonstration.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Smart India Hackathon 2024  •  Team: GTU Innovators  •  Open-Source &amp; Deployable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