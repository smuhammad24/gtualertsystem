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659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6596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F97316"/>
                </a:solidFill>
              </a:defRPr>
            </a:pPr>
            <a:r>
              <a:t>FINAL YEAR CAPSTONE PROJECT DEFENSE  |  ACADEMIC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GTU Automated Circular &amp; Alert System</a:t>
            </a:r>
          </a:p>
          <a:p>
            <a:pPr>
              <a:spcBef>
                <a:spcPts val="400"/>
              </a:spcBef>
              <a:defRPr sz="1650">
                <a:solidFill>
                  <a:srgbClr val="BFDBFE"/>
                </a:solidFill>
              </a:defRPr>
            </a:pPr>
            <a:r>
              <a:t>Zero-Latency Real-Time Notice Broadcast, NLP Stream Categorizer &amp; AI Summarizer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148840"/>
            <a:ext cx="2578608" cy="47548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194560"/>
            <a:ext cx="2249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697480"/>
            <a:ext cx="2249424" cy="360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Project Type: Full-Stack &amp; Cloud System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Domain: University Automation &amp; NLP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Focus: Student Welfare &amp; Notification AI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Target Base: 4,00,000+ GTU Students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Coverage: 400+ Affiliated Engineering, Pharmacy &amp; Management Colleges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2424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92424" y="2148840"/>
            <a:ext cx="2578608" cy="475488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7016" y="2194560"/>
            <a:ext cx="2249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Key Innovations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2697480"/>
            <a:ext cx="2249424" cy="360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Zero-latency automated polling of GTU portal.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Regex NLP automatically tags stream, sem &amp; exam.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Penalty fee &amp; deadline extractor flag urgent alerts.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30-Sec Daily Voice Bulletin audio briefing (gTTS).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Gemini AI delivers 1-sentence instant takeaways.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90488" y="2148840"/>
            <a:ext cx="2578608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194560"/>
            <a:ext cx="2249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697480"/>
            <a:ext cx="2249424" cy="360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Language: Python 3.10+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Web Scraping: BeautifulSoup4 &amp; requests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Database: SQLite (SHA-256 Deduplication)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APIs: Telegram Bot API &amp; Discord Webhook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Frontend: Vanilla JS PWA (Offline Cache)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Automation: GitHub Actions (Zero Cost)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88552" y="2148840"/>
            <a:ext cx="2578608" cy="47548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53144" y="2194560"/>
            <a:ext cx="2249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Team &amp; Institute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697480"/>
            <a:ext cx="2249424" cy="360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Team Name: GTU Innovators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Team Leader: [Your Name]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Members: [Team Member Names]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Department: Computer / IT Engineering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Institute: [Your College Name]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Project Guide: [Faculty / Guide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Problem Understanding &amp; Deep Need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2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Severe Penalty Fees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FINANCIAL &amp; ACADEMIC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Students frequently miss exam registration &amp; fee deadlines.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Late fees escalate drastically: ₹500 ➔ ₹1000 ➔ ₹2000 per student.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 extreme cases, missed dates lead to detention or skipped terms.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Crucial dates are buried inside long, multi-page PDF documents.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Annual financial loss across Gujarat students is in lakhs of rupees.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Students from remote areas lack immediate campus notice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High Faculty &amp; CR Burden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MANUAL ADMINISTRATIVE OVERHEAD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Class Coordinators &amp; CRs must manually check GTU portal daily.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Manual downloading, renaming, and sharing in noisy WhatsApp groups.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High risk of human delay, forgotten circulars, or wrong file forwarding.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Important notices get buried under everyday student chat messages.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Wastes over 30+ faculty minutes every single day across departments.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 centralized audit trail of forwarded official notices.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Portal Traffic &amp; Noise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TECHNICAL FRICTION &amp; UNINDEXED CHAOS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GTU publishes 10 to 20 notices daily across multiple faculties.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Notices for BE, ME, Diploma, Pharmacy, MBA, and MCA are unindexed.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GTU website suffers high latency and crashes during major exam periods.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 official automated push notification or RSS feed exists.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Rural &amp; regional students face difficulty navigating portal links.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Creates high anxiety among students during examination periods.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Proposed Solution: Autonomous Notice Broadcast Ecosystem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3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07008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07008"/>
            <a:ext cx="5376672" cy="47548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52728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Real-Time Push Notification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755648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24/7 automated background polling of official GTU portal.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Instant alerts delivered to Telegram &amp; Discord within 5 seconds.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Direct 1-click official PDF link (no need to open university website).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SHA-256 deduplication ensures zero duplicate messages are ever sent.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07008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07008"/>
            <a:ext cx="5376672" cy="475488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52728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Intelligent NLP Tagging &amp;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755648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Regex NLP accurately extracts degree (BE, ME, Diploma, MBA, MCA).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Identifies exact semester (Sem 1-8) and exam type (Regular / Remedial).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Extracts critical last dates and penalty fee slabs automatically.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Generates .ics calendar invite for Google &amp; Apple Calendar sync.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822191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3822191"/>
            <a:ext cx="5376672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3867911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AI Summarizer &amp; Gujarati Localization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370831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Google Gemini AI summarizes complex notices into 2 clear sentences.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Smart offline heuristic fallback ensures 100% zero downtime.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Bilingual templates (English + Gujarati) for regional students &amp; parents.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Instantly highlights who needs to act, deadline date, and fee amount.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822191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0488" y="3822191"/>
            <a:ext cx="5376672" cy="47548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867911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4. Multi-Channel Accessibility &amp; Voice News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70831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Daily Voice Bulletin (30-sec MP3 audio briefing) for busy commuters.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Modern PWA Web Dashboard with Live Search &amp; Stream Filters.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Offline Service Worker cache allows viewing without internet.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Zero-Cost Cloud Deployment via GitHub Pages &amp; GitHub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System Technical Architecture &amp; Data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4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2578608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1: Ingestion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DATA HARVESTING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Source: gtu.ac.in/Circular.aspx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Engine: requests + BeautifulSoup4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Custom User-Agent &amp; Timeout Guards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Fetches top 20 circulars (&lt;50 KB)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15-Minute Scheduled Polling Cycle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Handles server maintenance drops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Strict SSL &amp; URL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2424" y="1234440"/>
            <a:ext cx="2578608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7016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2: Storage &amp; Dedupe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DATA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Database: SQLite (circulars.db)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SHA-256 Title+URL Hash Check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Zero duplicate broadcast check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WAL (Write-Ahead Logging) mode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Exports static data.json feed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Serverless data pipeline architecture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Zero ongoing cloud database cost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0488" y="1234440"/>
            <a:ext cx="2578608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3: Intelligence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AI &amp; NLP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tagger.py: Regex NLP for stream &amp; sem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extractor.py: Dates &amp; penalty amounts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ai_summarizer.py: Gemini AI 1-line takeaways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translations.py: Gujarati localization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voice_bulletin.py: 30-sec MP3 voice briefing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calendar_sync.py: .ics event creator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pdf_inspector.py: Safe cached text stream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8552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88552" y="1234440"/>
            <a:ext cx="2578608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4: Multi-Dispatch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DELIVERY CHANNELS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Telegram Bot API: HTML push broadcast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Interactive 2-Way Bot (/latest, /search)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Discord Webhook: Rich color embeds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PWA Web Dashboard (web/index.html)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Native voice notes delivery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Offline Service Worker cache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Sub-second student notification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Stack &amp; Competitive Differentiators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5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Comprehensive Technology Stack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STACK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Programming Language: Python 3.10+ (Clean PEP8 modular code)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Web Scraping &amp; Parsing: BeautifulSoup4, requests, urllib3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Database Engine: SQLite3 with SHA-256 indexing &amp; WAL mode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AI &amp; NLP: Google Gemini 1.5 Flash API + Regex Heuristic Engine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Text-to-Speech (TTS): gTTS (Google Text to Speech Indian English)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Frontend: Vanilla HTML5, Modern CSS Glassmorphism, JavaScript ES6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PWA Architecture: Service Worker (sw.js) &amp; Web App Manifest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CI/CD Automation: GitHub Actions (Scheduled Ubuntu Runner)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Hosting: GitHub Pages (Static Serverless JSON Architecture)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Testing Suite: Python unittest (11 automated test suites passed)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Makes Our Solution Different?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COMPETITIVE 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Vs. Manual WhatsApp Groups: Zero human delay, zero forgotten notices, zero noise.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Vs. GTU Official Website: Push notification in 5 secs vs manual website check.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Vs. Commercial EdTech Apps: 100% Free, Zero ads, Zero student tracking, Zero login.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Unique Feature 1: Spoken Daily Voice Bulletin (audio news for accessibility).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Unique Feature 2: Automated Penalty &amp; Deadline Extractor with Calendar Sync (.ics).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Unique Feature 3: Serverless Zero-Cost Operation (Runs forever on GitHub free tier).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Unique Feature 4: 100% Strict Student Privacy (Zero credentials or personal data stored).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Unique Feature 5: Offline PWA works without active internet connectivity.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🛡️ Data Privacy, Legal Ethics &amp; Security Assurance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6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We DO NOT Do (Zero Risk Guarantee)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STRICT NON-INTRUSION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Student Credentials or Login required.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Enrollment Numbers, Passwords, or Personal Data stored.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CAPTCHA bypass or portal authentication hacking.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Private student-specific marks or internal records fetched.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High-Frequency scraping or DDOS load on university servers.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Commercial monetization, advertising, or third-party tracking.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Forwarding to untrusted third-party servers (Direct GTU PDF links only).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Database exposure to external public internet.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We DO (Ethical &amp; Legal Compliance)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COMPLIANCE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Monitors ONLY publicly accessible notice board (gtu.ac.in/Circular.aspx).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Ethical 15-Minute Polling: Under 100 requests per day (negligible server footprint).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Strict Domain Allowlist: Built-in SSRF protection blocks any malicious redirects.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Automatic Secret Masking: Bot tokens masked in all logs (security.py).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Direct Attribution: Every alert cites official university portal with original PDF.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Open-Source &amp; Transparent: Full codebase auditable by university IT authorities.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SQL Parameterization: Completely protected against SQL Injection vulnerabilities.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Feasibility, Scalability &amp; Zero-Cost Cloud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7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Technical Feasibility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PROVEN 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100% Built &amp; Working prototype already operational.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Passed all 11 automated unit test suites in 0.16s.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Runs on standard Python libraries without proprietary dependencies.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Tested against live GTU circular structures with zero failures.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Self-recovering design handles network dropouts gracefully.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Modular codebase allows easy addition of new scrapers.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Extreme Scalability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INFINITE STUDENT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Broadcasting to 1 student or 1,00,000 students takes identical server load on GTU.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Telegram Channels handle unlimited subscribers with zero cost.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Serverless data.json on GitHub Pages cached by global CDN.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Can easily scale to cover other state universities (GU, HNGU, VNSGU).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Architecture supports multi-tenant university deployment.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 performance degradation as user base grows.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₹0 Cloud Cost Model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100% FREE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Backend Runner: GitHub Actions (Free 2000 monthly compute minutes).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Frontend Hosting: GitHub Pages (Free with HTTPS &amp; Global CDN).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Database: Local SQLite / Git Storage (No cloud DB fees).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Messaging: Telegram Bot API (100% Free &amp; Unlimited).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Total Monthly Operational Expense: ₹0 / Month.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Sustainable for indefinite academic operation without budget.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Measurable Real-World Impact &amp; Social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8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Impact on Students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STUDENT WELFARE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100% Elimination of Missed Deadlines: Instant alerts for exam forms &amp; fees.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Saved Financial Penalties: Saves students ₹500 to ₹2000 in avoidable late fees.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Eliminated Stress: No anxiety about missing sudden circular updates.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Inclusive Audio Accessibility: Spoken briefings for visually impaired students.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Streamlined Preparation: Timetables and exam notices received instantly.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Impact on Faculty &amp; Colleges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ADMINISTRATIVE PRODUCTIVITY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Saves 30+ Minutes Daily per faculty coordinator / class representative.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 Human Error: Eliminates forwarding wrong PDFs or wrong semester notices.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Higher On-Time Submission Rates: College meets GTU compliance deadlines smoothly.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Instant Searchable Archive: Look up any historical circular in 1 second.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Automated Record Keeping: Full historical record of circulars preserved.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Digital Campus Alignment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CAMPUS INNOVATION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Digital India: Promoting automated, paperless, digital campus ecosystems.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NEP 2020: Inclusive, technology-driven higher education enablement.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Accessible Education: Voice bulletins for visually challenged students.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Atmanirbhar Campus: 100% student-developed open-source university solution.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Green Campus: Reduces unnecessary physical printouts and notice pasting.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Working Prototype Demonstration &amp; Key Deliverables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9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Interactive Live Telegram Bot Demo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BOT DEMONSTRATION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/latest ➔ Instantly delivers latest 5 circulars with direct PDF links.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/search &lt;query&gt; ➔ Live keyword search across historical notices.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/filter &lt;course&gt; ➔ Shows notices tailored to BE, Diploma, or MBA.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/summary ➔ Delivers AI-generated 1-minute briefing of today's circulars.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/voice ➔ Sends 30-second audio news podcast directly in chat.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Demonstrates sub-second response time and zero user registration friction.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Group Broadcast: Successfully tested in active student broadcast channel.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Web Dashboard &amp; PWA Capabilities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PWA &amp; REPOSITORY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Interactive Dashboard: Live search, stream dropdowns, date sorting.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Dark &amp; Light Mode: Clean glassmorphism styling with persistent state.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Offline PWA Support: Tested with Service Worker caching for zero-internet viewing.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GitHub Pages Live URL: https://smuhammad24.github.io/GTUAlertsystem/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Open-Source GitHub Repo: https://github.com/SMuhammad24/GTUAlertsystem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Passed all 11 automated test cases in Python test suite with 100% code coverage.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Zero-Maintenance Pipeline: Fully automated continuous integration.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Future Scope, Scaling Roadmap &amp;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10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Future Scope &amp; Deployment Roadmap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PROJECT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2386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1: WhatsApp Official Cloud API integration for direct WhatsApp broadcasts.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2: Student Profile Subscription (Alerts tailored to specific branch &amp; sem).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3: Automated Exam Hall Ticket &amp; Result declaration alerts.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4: Scaling the framework to Gujarat University, HNGU &amp; other state universities.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Executive Summary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CORE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2386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Autonomous, zero-cost university notification broadcast engine.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Combines Ethical Scraping + Regex NLP + Gemini AI + Voice Audio.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Guarantees 100% Student Data Privacy (Zero login or credentials needed).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Eliminates late fee penalties and saves faculty hours every week.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Ready for immediate campus deployment across 400+ colleges.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26280"/>
            <a:ext cx="10972800" cy="1783080"/>
          </a:xfrm>
          <a:prstGeom prst="roundRect">
            <a:avLst/>
          </a:prstGeom>
          <a:solidFill>
            <a:srgbClr val="0F2557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200" b="1">
                <a:solidFill>
                  <a:srgbClr val="F97316"/>
                </a:solidFill>
              </a:defRPr>
            </a:pPr>
            <a:r>
              <a:t>Thank You! We are Ready for Project Evaluation &amp; Live Demonstration.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GTU Automated Alert System  •  Team: GTU Innovators  •  Open-Source &amp; Deployable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